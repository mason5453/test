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hLoZSWCDuoX6lnawww7iA5jk2C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63A65F-F240-47C1-A105-00C4CA4BDF55}">
  <a:tblStyle styleId="{6363A65F-F240-47C1-A105-00C4CA4BDF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c430e8d33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c430e8d33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430e8d33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430e8d33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c430e8d33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c430e8d33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c430e8d33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c430e8d33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c430e8d33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c430e8d33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430e8d33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430e8d33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430e8d33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c430e8d33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c430e8d33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c430e8d33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430e8d33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c430e8d33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430e8d33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c430e8d33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c430e8d33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c430e8d33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430e8d33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c430e8d33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221850" y="341475"/>
            <a:ext cx="85206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400"/>
              <a:t>Quick Project Link/Path Manager</a:t>
            </a:r>
            <a:endParaRPr sz="34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2434100" y="1216675"/>
            <a:ext cx="6462000" cy="3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this program written by </a:t>
            </a:r>
            <a:r>
              <a:rPr lang="en">
                <a:solidFill>
                  <a:srgbClr val="FF0000"/>
                </a:solidFill>
              </a:rPr>
              <a:t>php with python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 stuff like CFS01,SLP01,.. etc are project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there are 4 x 4 icon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horizontally,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    - icon of cms     : link to cms login               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    - icon of swagger : link to swagger which is testing UI for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    - icon of login   : link to frontend index page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    - icon of cmd     : file path of the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/>
              <a:t>vertically,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/>
              <a:t>    - 1st row : localhost      env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/>
              <a:t>    - 2nd row : common dev     env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/>
              <a:t>    - 3rd row : uat for client env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/>
              <a:t>    - 4th row : production     env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/>
              <a:t>icon of crossed symbol "X"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rPr lang="en"/>
              <a:t>    - the icon will replace all of the icon when no value is set for icon of cms/swagger/login/cmd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9285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88" y="1216675"/>
            <a:ext cx="168592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g2c430e8d336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50" y="332125"/>
            <a:ext cx="8201025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c430e8d336_0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</a:t>
            </a:r>
            <a:endParaRPr/>
          </a:p>
        </p:txBody>
      </p:sp>
      <p:sp>
        <p:nvSpPr>
          <p:cNvPr id="67" name="Google Shape;67;g2c430e8d336_0_11"/>
          <p:cNvSpPr txBox="1"/>
          <p:nvPr>
            <p:ph idx="1" type="body"/>
          </p:nvPr>
        </p:nvSpPr>
        <p:spPr>
          <a:xfrm>
            <a:off x="349200" y="1017725"/>
            <a:ext cx="8520600" cy="3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4"/>
              <a:t>Introduction: The project worth a six-digit sum of money (</a:t>
            </a:r>
            <a:r>
              <a:rPr lang="en" sz="1574">
                <a:solidFill>
                  <a:srgbClr val="FF0000"/>
                </a:solidFill>
              </a:rPr>
              <a:t>HKD???,???)</a:t>
            </a:r>
            <a:r>
              <a:rPr lang="en" sz="1574"/>
              <a:t>. It is ready for test </a:t>
            </a:r>
            <a:r>
              <a:rPr lang="en" sz="1574">
                <a:solidFill>
                  <a:srgbClr val="FF0000"/>
                </a:solidFill>
              </a:rPr>
              <a:t>within one month</a:t>
            </a:r>
            <a:r>
              <a:rPr lang="en" sz="1574"/>
              <a:t>. </a:t>
            </a:r>
            <a:endParaRPr sz="157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4"/>
              <a:t>Description:  </a:t>
            </a:r>
            <a:r>
              <a:rPr lang="en" sz="1574"/>
              <a:t>collect data of step count from Step Tracker apps via api. Then, reward participants gifts based on the point converted from step count. Have Chinese translation.</a:t>
            </a:r>
            <a:endParaRPr sz="157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Some requirements: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etc.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aphicFrame>
        <p:nvGraphicFramePr>
          <p:cNvPr id="68" name="Google Shape;68;g2c430e8d336_0_11"/>
          <p:cNvGraphicFramePr/>
          <p:nvPr/>
        </p:nvGraphicFramePr>
        <p:xfrm>
          <a:off x="390000" y="252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{6363A65F-F240-47C1-A105-00C4CA4BDF55}</a:tableStyleId>
              </a:tblPr>
              <a:tblGrid>
                <a:gridCol w="1222250"/>
                <a:gridCol w="7438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Sync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data can be sync-ed at any time from Step Tracker apps to project api db.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CMS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Login users include a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dmin and leaders. Leaders are for various group of participants.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Period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participant can only login in event period and redeem gift in another specified period which controlled in db.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Walkers 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2"/>
                          </a:solidFill>
                        </a:rPr>
                        <a:t>except walker (participants) , there are also leader for each participant group.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c430e8d336_0_19"/>
          <p:cNvSpPr txBox="1"/>
          <p:nvPr>
            <p:ph type="title"/>
          </p:nvPr>
        </p:nvSpPr>
        <p:spPr>
          <a:xfrm>
            <a:off x="311700" y="193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Project A - ER Diagram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g2c430e8d336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60450"/>
            <a:ext cx="6919098" cy="399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c430e8d336_0_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Project A - Some Table Result</a:t>
            </a:r>
            <a:endParaRPr/>
          </a:p>
        </p:txBody>
      </p:sp>
      <p:sp>
        <p:nvSpPr>
          <p:cNvPr id="80" name="Google Shape;80;g2c430e8d336_0_25"/>
          <p:cNvSpPr txBox="1"/>
          <p:nvPr>
            <p:ph idx="1" type="body"/>
          </p:nvPr>
        </p:nvSpPr>
        <p:spPr>
          <a:xfrm>
            <a:off x="726500" y="3043450"/>
            <a:ext cx="74775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some log for point changes which log players’ point before and after some process e.g. syn data and point changed after receive gift</a:t>
            </a:r>
            <a:endParaRPr/>
          </a:p>
        </p:txBody>
      </p:sp>
      <p:pic>
        <p:nvPicPr>
          <p:cNvPr id="81" name="Google Shape;81;g2c430e8d336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4325"/>
            <a:ext cx="8839200" cy="1810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430e8d336_0_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 - Some Table Result</a:t>
            </a:r>
            <a:endParaRPr/>
          </a:p>
        </p:txBody>
      </p:sp>
      <p:sp>
        <p:nvSpPr>
          <p:cNvPr id="87" name="Google Shape;87;g2c430e8d336_0_32"/>
          <p:cNvSpPr txBox="1"/>
          <p:nvPr>
            <p:ph idx="1" type="body"/>
          </p:nvPr>
        </p:nvSpPr>
        <p:spPr>
          <a:xfrm>
            <a:off x="563050" y="3471800"/>
            <a:ext cx="74775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table store the amount changes in more detail so that it can join other tables more quickly. Those Ids are about pk , reclaim , and participant</a:t>
            </a:r>
            <a:endParaRPr/>
          </a:p>
        </p:txBody>
      </p:sp>
      <p:pic>
        <p:nvPicPr>
          <p:cNvPr id="88" name="Google Shape;88;g2c430e8d336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25" y="1017725"/>
            <a:ext cx="8534645" cy="231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c430e8d336_0_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 - Some Table Result</a:t>
            </a:r>
            <a:endParaRPr/>
          </a:p>
        </p:txBody>
      </p:sp>
      <p:sp>
        <p:nvSpPr>
          <p:cNvPr id="94" name="Google Shape;94;g2c430e8d336_0_42"/>
          <p:cNvSpPr txBox="1"/>
          <p:nvPr>
            <p:ph idx="1" type="body"/>
          </p:nvPr>
        </p:nvSpPr>
        <p:spPr>
          <a:xfrm>
            <a:off x="563050" y="3471800"/>
            <a:ext cx="74775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Predefined Tables for converting step to points and redeem status 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Sync-ed records.</a:t>
            </a:r>
            <a:endParaRPr/>
          </a:p>
        </p:txBody>
      </p:sp>
      <p:pic>
        <p:nvPicPr>
          <p:cNvPr id="95" name="Google Shape;95;g2c430e8d336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00" y="1132625"/>
            <a:ext cx="13906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2c430e8d336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950" y="1132625"/>
            <a:ext cx="122872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2c430e8d336_0_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1575" y="1132625"/>
            <a:ext cx="4867275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430e8d336_0_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 - Procedure name</a:t>
            </a:r>
            <a:endParaRPr/>
          </a:p>
        </p:txBody>
      </p:sp>
      <p:pic>
        <p:nvPicPr>
          <p:cNvPr id="103" name="Google Shape;103;g2c430e8d336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" y="1017725"/>
            <a:ext cx="493912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430e8d336_0_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 - UI - CMS</a:t>
            </a:r>
            <a:endParaRPr/>
          </a:p>
        </p:txBody>
      </p:sp>
      <p:pic>
        <p:nvPicPr>
          <p:cNvPr id="109" name="Google Shape;109;g2c430e8d336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2956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430e8d336_0_70"/>
          <p:cNvSpPr txBox="1"/>
          <p:nvPr>
            <p:ph type="title"/>
          </p:nvPr>
        </p:nvSpPr>
        <p:spPr>
          <a:xfrm>
            <a:off x="311700" y="482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 - UI - CMS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g2c430e8d336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7625"/>
            <a:ext cx="8839199" cy="1588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2c430e8d336_0_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00" y="2844012"/>
            <a:ext cx="2009775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430e8d336_0_76"/>
          <p:cNvSpPr txBox="1"/>
          <p:nvPr>
            <p:ph type="title"/>
          </p:nvPr>
        </p:nvSpPr>
        <p:spPr>
          <a:xfrm>
            <a:off x="311700" y="482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 - UI - CMS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g2c430e8d336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900" y="1170125"/>
            <a:ext cx="3449805" cy="378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430e8d336_0_82"/>
          <p:cNvSpPr txBox="1"/>
          <p:nvPr>
            <p:ph type="title"/>
          </p:nvPr>
        </p:nvSpPr>
        <p:spPr>
          <a:xfrm>
            <a:off x="311700" y="482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 - UI - CMS - gift edit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g2c430e8d336_0_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7625"/>
            <a:ext cx="5105940" cy="37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430e8d336_0_88"/>
          <p:cNvSpPr txBox="1"/>
          <p:nvPr>
            <p:ph type="title"/>
          </p:nvPr>
        </p:nvSpPr>
        <p:spPr>
          <a:xfrm>
            <a:off x="311700" y="482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 - UI - CMS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g2c430e8d336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7625"/>
            <a:ext cx="8839200" cy="167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c430e8d336_0_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900" y="2956375"/>
            <a:ext cx="2009775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